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높음</c:v>
                </c:pt>
              </c:strCache>
            </c:strRef>
          </c:tx>
          <c:spPr>
            <a:solidFill>
              <a:srgbClr val="0066CC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Pretendard SemiBol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  <c:pt idx="4">
                    <c:v>R5</c:v>
                  </c:pt>
                  <c:pt idx="5">
                    <c:v>R6</c:v>
                  </c:pt>
                  <c:pt idx="6">
                    <c:v>R7</c:v>
                  </c:pt>
                  <c:pt idx="7">
                    <c:v>R8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</c:v>
                </c:pt>
                <c:pt idx="1">
                  <c:v>4</c:v>
                </c:pt>
                <c:pt idx="2">
                  <c:v>1</c:v>
                </c:pt>
                <c:pt idx="3">
                  <c:v>3</c:v>
                </c:pt>
                <c:pt idx="4">
                  <c:v>0</c:v>
                </c:pt>
                <c:pt idx="5">
                  <c:v>1</c:v>
                </c:pt>
                <c:pt idx="6">
                  <c:v>1</c:v>
                </c:pt>
                <c:pt idx="7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중간</c:v>
                </c:pt>
              </c:strCache>
            </c:strRef>
          </c:tx>
          <c:spPr>
            <a:solidFill>
              <a:srgbClr val="7FB2E5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Pretendard SemiBol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  <c:pt idx="4">
                    <c:v>R5</c:v>
                  </c:pt>
                  <c:pt idx="5">
                    <c:v>R6</c:v>
                  </c:pt>
                  <c:pt idx="6">
                    <c:v>R7</c:v>
                  </c:pt>
                  <c:pt idx="7">
                    <c:v>R8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4</c:v>
                </c:pt>
                <c:pt idx="1">
                  <c:v>8</c:v>
                </c:pt>
                <c:pt idx="2">
                  <c:v>3</c:v>
                </c:pt>
                <c:pt idx="3">
                  <c:v>6</c:v>
                </c:pt>
                <c:pt idx="4">
                  <c:v>3</c:v>
                </c:pt>
                <c:pt idx="5">
                  <c:v>3</c:v>
                </c:pt>
                <c:pt idx="6">
                  <c:v>1</c:v>
                </c:pt>
                <c:pt idx="7">
                  <c:v>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낮음</c:v>
                </c:pt>
              </c:strCache>
            </c:strRef>
          </c:tx>
          <c:spPr>
            <a:solidFill>
              <a:srgbClr val="C7C7CC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Pretendard SemiBol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  <c:pt idx="4">
                    <c:v>R5</c:v>
                  </c:pt>
                  <c:pt idx="5">
                    <c:v>R6</c:v>
                  </c:pt>
                  <c:pt idx="6">
                    <c:v>R7</c:v>
                  </c:pt>
                  <c:pt idx="7">
                    <c:v>R8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</c:v>
                </c:pt>
                <c:pt idx="1">
                  <c:v>2</c:v>
                </c:pt>
                <c:pt idx="2">
                  <c:v>3</c:v>
                </c:pt>
                <c:pt idx="3">
                  <c:v>2</c:v>
                </c:pt>
                <c:pt idx="4">
                  <c:v>3</c:v>
                </c:pt>
                <c:pt idx="5">
                  <c:v>3</c:v>
                </c:pt>
                <c:pt idx="6">
                  <c:v>1</c:v>
                </c:pt>
                <c:pt idx="7">
                  <c:v>4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Pretendard SemiBold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D1D1F"/>
                </a:solidFill>
                <a:latin typeface="Pretendard SemiBol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3333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수정 전 시뮬레이터</c:v>
                </c:pt>
              </c:strCache>
            </c:strRef>
          </c:tx>
          <c:spPr>
            <a:solidFill>
              <a:srgbClr val="C7C7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3333"/>
                    </a:solidFill>
                    <a:latin typeface="Pretendard Semi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하수구</c:v>
                  </c:pt>
                  <c:pt idx="1">
                    <c:v>강</c:v>
                  </c:pt>
                  <c:pt idx="2">
                    <c:v>바다</c:v>
                  </c:pt>
                  <c:pt idx="3">
                    <c:v>보스 클리어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</c:v>
                </c:pt>
                <c:pt idx="1">
                  <c:v>1.08</c:v>
                </c:pt>
                <c:pt idx="2">
                  <c:v>2.44</c:v>
                </c:pt>
                <c:pt idx="3">
                  <c:v>4.44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수정 전 실제 게임 (추정)</c:v>
                </c:pt>
              </c:strCache>
            </c:strRef>
          </c:tx>
          <c:spPr>
            <a:solidFill>
              <a:srgbClr val="7A7A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3333"/>
                    </a:solidFill>
                    <a:latin typeface="Pretendard Semi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하수구</c:v>
                  </c:pt>
                  <c:pt idx="1">
                    <c:v>강</c:v>
                  </c:pt>
                  <c:pt idx="2">
                    <c:v>바다</c:v>
                  </c:pt>
                  <c:pt idx="3">
                    <c:v>보스 클리어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</c:v>
                </c:pt>
                <c:pt idx="1">
                  <c:v>5</c:v>
                </c:pt>
                <c:pt idx="2">
                  <c:v>7.8</c:v>
                </c:pt>
                <c:pt idx="3">
                  <c:v>11.84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재조정 후</c:v>
                </c:pt>
              </c:strCache>
            </c:strRef>
          </c:tx>
          <c:spPr>
            <a:solidFill>
              <a:srgbClr val="0066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3333"/>
                    </a:solidFill>
                    <a:latin typeface="Pretendard Semi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하수구</c:v>
                  </c:pt>
                  <c:pt idx="1">
                    <c:v>강</c:v>
                  </c:pt>
                  <c:pt idx="2">
                    <c:v>바다</c:v>
                  </c:pt>
                  <c:pt idx="3">
                    <c:v>보스 클리어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0.7</c:v>
                </c:pt>
                <c:pt idx="1">
                  <c:v>1.56</c:v>
                </c:pt>
                <c:pt idx="2">
                  <c:v>2.44</c:v>
                </c:pt>
                <c:pt idx="3">
                  <c:v>4.49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333333"/>
                  </a:solidFill>
                  <a:latin typeface="Pretendard Semi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D1D1F"/>
                </a:solidFill>
                <a:latin typeface="Pretendard SemiBol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3333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1874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QA REPORT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2240280"/>
            <a:ext cx="1097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5600" dirty="0">
                <a:solidFill>
                  <a:srgbClr val="FFFFFF"/>
                </a:solidFill>
                <a:latin typeface="Pretendard Bold" pitchFamily="34" charset="0"/>
                <a:ea typeface="Pretendard Bold" pitchFamily="34" charset="-122"/>
                <a:cs typeface="Pretendard Bold" pitchFamily="34" charset="-120"/>
              </a:rPr>
              <a:t>물고기 인크리멘탈 게임</a:t>
            </a:r>
            <a:endParaRPr lang="en-US" sz="5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600" dirty="0">
                <a:solidFill>
                  <a:srgbClr val="FFFFFF"/>
                </a:solidFill>
                <a:latin typeface="Pretendard Bold" pitchFamily="34" charset="0"/>
                <a:ea typeface="Pretendard Bold" pitchFamily="34" charset="-122"/>
                <a:cs typeface="Pretendard Bold" pitchFamily="34" charset="-120"/>
              </a:rPr>
              <a:t>QA 리포트</a:t>
            </a:r>
            <a:endParaRPr lang="en-US" sz="5600" dirty="0"/>
          </a:p>
        </p:txBody>
      </p:sp>
      <p:sp>
        <p:nvSpPr>
          <p:cNvPr id="4" name="Text 2"/>
          <p:cNvSpPr txBox="1"/>
          <p:nvPr/>
        </p:nvSpPr>
        <p:spPr>
          <a:xfrm>
            <a:off x="609905" y="44348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CCCC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플레이테스트 · 코드 리뷰 · 밸런스 검증 기록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5074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업데이트 2026-09-25   ·   QA 8회   ·   이슈 61건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00  PROCESS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QA는 이렇게 진행했습니다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905" y="1600200"/>
            <a:ext cx="2619756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84225" y="18745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84225" y="2203704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제보 · 로그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84225" y="2788920"/>
            <a:ext cx="20711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플레이테스트에서 나온 제보와 Unity Editor.log의 오류·경고를 먼저 모은다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94253" y="1600200"/>
            <a:ext cx="2619756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68573" y="18745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668573" y="2203704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영역별 코드 리뷰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668573" y="2788920"/>
            <a:ext cx="20711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스킬트리 · 플레이 루프 · 데이터로 나눠 코드를 끝까지 읽고, 재현 경로가 분명한 것만 이슈로 올린다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78601" y="1600200"/>
            <a:ext cx="2619756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52921" y="18745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52921" y="2203704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시뮬레이터 대조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452921" y="2788920"/>
            <a:ext cx="20711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밸런스 시뮬레이터의 식과 실제 게임 코드를 한 줄씩 맞대어 어긋나는 가정을 찾는다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962949" y="1600200"/>
            <a:ext cx="2619756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37269" y="18745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237269" y="2203704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수정 · 재검증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9237269" y="2788920"/>
            <a:ext cx="20711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최소 수정 후 정적 검사와 25회 시뮬레이션으로 다시 확인하고, 프로젝트 폴더에 반영한다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09905" y="4983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8회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609905" y="551383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회차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353105" y="502920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627425" y="49834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61건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3627425" y="55138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096305" y="502920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70625" y="49834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61건</a:t>
            </a:r>
            <a:endParaRPr lang="en-US" sz="2800" dirty="0"/>
          </a:p>
        </p:txBody>
      </p:sp>
      <p:sp>
        <p:nvSpPr>
          <p:cNvPr id="28" name="Text 26"/>
          <p:cNvSpPr txBox="1"/>
          <p:nvPr/>
        </p:nvSpPr>
        <p:spPr>
          <a:xfrm>
            <a:off x="6370625" y="55138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완료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839505" y="502920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13825" y="49834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8건</a:t>
            </a:r>
            <a:endParaRPr lang="en-US" sz="2800" dirty="0"/>
          </a:p>
        </p:txBody>
      </p:sp>
      <p:sp>
        <p:nvSpPr>
          <p:cNvPr id="31" name="Text 29"/>
          <p:cNvSpPr txBox="1"/>
          <p:nvPr/>
        </p:nvSpPr>
        <p:spPr>
          <a:xfrm>
            <a:off x="9113825" y="55138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위험 · 확인 필요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/ 25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  OVERVIEW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회차별 이슈 현황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518465" y="1600200"/>
          <a:ext cx="56692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279185" y="1600200"/>
            <a:ext cx="5303520" cy="465201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53505" y="16916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R1  2026-09-22   ·   높음 2 · 중간 4 · 낮음 0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553505" y="192938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크기 상한 · 풀트리 밸런스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9936785" y="1558481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6/6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9936785" y="1960817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79185" y="2193417"/>
            <a:ext cx="5303520" cy="465201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53505" y="2284857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R2  2026-09-22   ·   높음 4 · 중간 8 · 낮음 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553505" y="2522601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1차 전체 QA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9936785" y="215169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14/14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9936785" y="255403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79185" y="2786634"/>
            <a:ext cx="5303520" cy="465201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53505" y="287807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R3  2026-09-24   ·   높음 1 · 중간 3 · 낮음 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553505" y="311581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스킬트리 도면형 개편 리뷰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9936785" y="2744915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7/7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9936785" y="3147251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279185" y="3379851"/>
            <a:ext cx="5303520" cy="465201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53505" y="3471291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2026-09-24   ·   높음 3 · 중간 6 · 낮음 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553505" y="3709035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2차 · 인게임 밸런스와 QA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9936785" y="333813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11/11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9936785" y="374046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279185" y="3973068"/>
            <a:ext cx="5303520" cy="465201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53505" y="406450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R5  2026-09-24   ·   높음 0 · 중간 3 · 낮음 3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553505" y="430225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타이틀 · 설정 화면 추가 리뷰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9936785" y="393134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6/6</a:t>
            </a:r>
            <a:endParaRPr lang="en-US" sz="2400" dirty="0"/>
          </a:p>
        </p:txBody>
      </p:sp>
      <p:sp>
        <p:nvSpPr>
          <p:cNvPr id="30" name="Text 27"/>
          <p:cNvSpPr txBox="1"/>
          <p:nvPr/>
        </p:nvSpPr>
        <p:spPr>
          <a:xfrm>
            <a:off x="9936785" y="433368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279185" y="4566285"/>
            <a:ext cx="5303520" cy="465201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553505" y="4657725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R6  2026-09-24   ·   높음 1 · 중간 3 · 낮음 3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553505" y="4895469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 실행 테스트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9936785" y="4524565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7/7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9936785" y="4926901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279185" y="5159502"/>
            <a:ext cx="5303520" cy="465201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553505" y="525094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R7  2026-09-25   ·   높음 1 · 중간 1 · 낮음 1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6553505" y="548868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장애물 통과 · 인게임 배경</a:t>
            </a:r>
            <a:endParaRPr lang="en-US" sz="1800" dirty="0"/>
          </a:p>
        </p:txBody>
      </p:sp>
      <p:sp>
        <p:nvSpPr>
          <p:cNvPr id="39" name="Text 36"/>
          <p:cNvSpPr txBox="1"/>
          <p:nvPr/>
        </p:nvSpPr>
        <p:spPr>
          <a:xfrm>
            <a:off x="9936785" y="5117783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3/3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9936785" y="552011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6279185" y="5752719"/>
            <a:ext cx="5303520" cy="465201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553505" y="5844159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R8  2026-09-25   ·   높음 0 · 중간 3 · 낮음 4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6553505" y="6081903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3차 버그 점검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9936785" y="5711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7/7</a:t>
            </a:r>
            <a:endParaRPr lang="en-US" sz="2400" dirty="0"/>
          </a:p>
        </p:txBody>
      </p:sp>
      <p:sp>
        <p:nvSpPr>
          <p:cNvPr id="45" name="Text 42"/>
          <p:cNvSpPr txBox="1"/>
          <p:nvPr/>
        </p:nvSpPr>
        <p:spPr>
          <a:xfrm>
            <a:off x="9936785" y="6113335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/ 25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R1  ·  2026-09-22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크기 상한 · 풀트리 밸런스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플레이테스트 제보 — 크기가 최대치보다 커진다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 전부 찍은 상태를 시뮬레이터로 계산해 깨지는 수치 확인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2 · 중간 4 · 낮음 0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4.51h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보스 클리어 (25회)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4.42 ~ 4.62h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25/25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완주율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상한 도입 후 재검증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57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클리어 때 찍은 노드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옛 레벨형 트리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/ 25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R1  ·  크기 상한 · 풀트리 밸런스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크기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 중 성장에 상한이 없어 기본 54.8 → 판 중 136.9까지 커짐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절대 상한 56 + 지금 구역 출구로 빠져나갈 수 있는 크기까지만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카메라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시야를 다 올리면 화면 폭 2536 (바다 폭 620의 4배)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현재 구역 폭의 1.1배까지만 보이게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입 판정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치아 교정을 다 찍으면 입 판정이 몸 반경의 3.8배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 배율 상한 ×2.6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10만 볼트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마비 15.2초 &gt; 쿨타임 10초 → 주변이 영구 마비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마비 시간 ≤ 쿨타임의 60% (6초)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액티브 범위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청소기·볼트·미끼 범위가 고정값이라 후반엔 몸 안에 파묻힘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몸 크기에 비례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액티브 강화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복리로 쌓여 +50% × 5 = 7.6배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가산으로 변경 (3.5배)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6건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09905" y="57881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회차에서 발견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531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274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2건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6274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0963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706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706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· 낮음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395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138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6/6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1138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완료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/ 25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R2  ·  2026-09-22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1차 전체 QA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코드 점검 요청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리뷰 에이전트 4개가 영역별로 코드를 읽고, 확인된 것만 수정 + Editor.log 대조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14건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8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낮음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/ 25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R2  ·  1차 전체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(1/2)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충돌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플레이어 콜라이더가 트리거라 닫힌 통로·장애물을 그냥 통과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플레이어 콜라이더 solid + Wall 레이어 (물고기↔벽 무시, 플레이어↔벽 충돌)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보스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보스가 플레이어 바로 위에 풀려나 즉사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반대쪽에 스폰, 부스터 즉시 해제, 보스 1.5초 경직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도감 UI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CodexRow 클래스가 CodexUI.cs 안에 있어 행 프리팹 스크립트 누락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CodexRow.cs로 분리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씬 생성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씬을 만들 때 GameDatabase 참조가 비어 저장됨 (Editor.log 경고의 원인)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씬을 연 뒤 DB 재로드 + 참조 검증, 생성 전 저장 확인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AI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속도 상한이 매복·도망·미끼 가속을 지움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패턴이 낸 속도는 상한에서 보존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부스터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장애물 옆에서 반대로 대쉬해도 끊김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장애물 쪽으로 향할 때만 차단, 중심 반대로 튕김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카메라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통로 입구에서 플레이어가 화면 밖으로 밀려남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플레이어가 항상 화면 75% 안에 오게 보정, 판 시작 시 즉시 맞춤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/ 25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R2  ·  1차 전체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(2/2)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깊은 구역에서 시작하면 첫 물고기가 플레이어 옆에 몰림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카메라 줌을 먼저 맞춘 뒤 스폰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세이브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저장 도중 종료되면 세이브가 유실될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flush 후 File.Replace, .tmp에서도 복구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비용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배율 1.2가 float 오차로 1 더 비싸게 계산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소수 6자리 반올림 후 올림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판 종료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보스를 먹은 프레임에도 계속 먹고 물림 / 일시정지 중 종료 시 멈춤 유지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종료 후 포식 차단, 일시정지 해제·패널 닫기, 사망 히트스톱 보존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히든 아이템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주운 보너스가 다음 판 스탯에 반영 안 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 종료 시 스탯 재계산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HUD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시간 바 색 그라디언트가 비어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기본 초록→노랑→빨강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63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기타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다른 구역 통로가 열려도 화면 흔들림 / 히든 % 문구 하드코딩 / 큰 종이 장애물 안에 스폰 / AI 추격 판정이 포식 판정과 다름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각각 수정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/ 25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R3  ·  2026-09-24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스킬트리 도면형 개편 리뷰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스킬트리를 draw.io 도면(231칸 거미줄형)으로 교체 + 수중 실험실 연출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컴파일 오류 중심 코드 리뷰 2회 + 새 비용 곡선 시뮬레이션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1 · 중간 3 · 낮음 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231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트리 칸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연결선 341 · 끊긴 곳 2군데 연결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102h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옛 곡선 클리어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1.12배 단일 곡선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4.4h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곡선 클리어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풀트리 +5.6h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/ 25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R3  ·  스킬트리 도면형 개편 리뷰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칸이 231개가 되어 옛 곡선(1.12배)이면 클리어 102시간, 풀트리 불가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100번째 칸까지 1.10배, 이후 가격 고정 → 클리어 4.4h · 풀트리 +5.6h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씬 생성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범례 슬롯에 GameObject를 넣어 참조가 null → 도형 범례가 안 보임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RectTransform으로 할당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트리 데이터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스킬 에셋이 빠진 칸이 '두 번째 시작 칸'처럼 이웃을 열어 버림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시작 칸을 isRoot 필드로 명시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세이브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트리가 없는 DB로 실행하면 찍은 칸 기록이 전부 삭제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트리가 비어 있으면 동기화 건너뜀 + 오류 로그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비용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1024번째 칸 이후 가격이 떨어질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캐시 끝에서도 계속 오르게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연출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구매 거절 후 칸에 붉은 색조가 남음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흔들림 종료 프레임에 원래 색 복원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상세 패널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도형 아이콘이 긴 스킬 이름과 겹침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이름 칸 폭 축소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/ 25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·  2026-09-24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2차 · 인게임 밸런스와 QA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인게임 밸런스 체크 + 전체 QA 요청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리뷰 에이전트 3개 (스킬트리 · 플레이 루프 · 시뮬레이터↔게임 대조) + 진행 단계별 수치표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11건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낮음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25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·  2차 · 인게임 밸런스와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(1/2)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시뮬레이터가 수입을 2~3배 부풀림 (구역 평균 × 크기 보너스) → 실제 클리어 약 10~12시간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먹은 종 단위로 다시 모델링, 구역 배율 재조정 → 4.49h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보스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부스터 위력 강화(루트에서 9칸)로 보스를 크기 상관없이 삼킴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보스는 부스터로 못 삼킴 — 크기 43으로 직접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AI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큰 종의 감지 거리가 몸 반경보다 작아 보스·상어·범고래가 추격·도주·매복을 안 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몸 가장자리 사이 거리로 판정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진행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구역에 닿아도 시작 구역이 그대로라 계속 어항에서 시작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처음 닿으면 자동 선택 (기본 크기 ≥ 구역 평균 42%일 때)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재화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통로에서 먹은 물고기가 아래 구역 배율을 받음 (강→바다 통로 2배)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물고기의 원래 구역 배율 적용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/ 25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·  2차 · 인게임 밸런스와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(2/2)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세이브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예전 세이브가 트리 없는 DB로 한 번 저장되면 환불 없이 스킬 소실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버전이 아니라 내용으로 옛 세이브 판정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메인 UI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메인 메뉴가 재화 글자를 덮어써 '다음 칸 가격'이 안 보임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스킬트리가 있으면 메뉴는 건드리지 않음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포식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비늘 무적 중 포식자가 붙어 있으면 아무것도 못 먹음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무적 중엔 그 포식자만 건너뛰고 판정 계속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AI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도망형이 평소 감지 반경만큼 지그재그 / 큰 물고기가 배회 목표에 즉시 도착해 떨림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흔들림 폭·배회 반경을 크기 기준으로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보스 보상을 바다 바닥 값으로 계산 (실제 구조물은 46% 깊이) / 도감 보너스 합·곱 불일치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시뮬레이터를 게임과 같게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표시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부스터 위력 강화가 '+0 → +1'로 표시 / 먹기 연출 크기 고정 / 비늘 넉백이 큰 몸에서 안 보임 / 옛 용어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각각 수정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/ 25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·  2차 · 인게임 밸런스와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밸런스 재조정 — 구역 도달 시각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518465" y="1600200"/>
          <a:ext cx="69494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818120" y="1645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구역 도달 시각 (누적 시간, h)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201168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시뮬레이터는 '구역 평균 재화 × 크기 보너스'로 수입을 셌지만, 게임은 먹은 종의 재화만 준다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310896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나보다 큰 상어·범고래가 평균을 끌어올려 수입이 2~3배 부풀었고, 게임 그대로면 클리어에 약 12시간이 걸렸다. 먹은 종 단위로 다시 계산한 뒤 구역 배율을 올려 4.5시간으로 되돌렸다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818120" y="4983480"/>
            <a:ext cx="374904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818120" y="512064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0066C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재조정 후 25회: 클리어 4.34 ~ 4.65h (중앙 4.49h), 풀트리 클리어 후 +5.5h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/ 25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R5  ·  2026-09-24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타이틀 · 설정 화면 추가 리뷰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타이틀 화면과 게임 설정(사운드 · 화면 · 조작) 추가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UI 코드 컴파일·런타임 리뷰 (키보드 탐색 · ESC 처리 · 페이드 · 글꼴 글리프)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0 · 중간 3 · 낮음 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화면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타이틀 · 설정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9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설정 항목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사운드 4 · 화면 4 · 조작 1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여는 곳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타이틀 · 메인 · 일시정지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/ 25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R5  ·  타이틀 · 설정 화면 추가 리뷰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설정 창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방향키 탐색이 설정 창 밖(뒤의 타이틀 메뉴 · 일시정지 버튼)으로 새어 나감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창이 떠 있는 동안 뒤 화면 버튼을 잠갔다가 닫을 때 복구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타이틀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게임 확인 창에서 위아래 키로 뒤 메뉴(종료 등)를 고를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확인 창 안에서만 좌우로 오가게 명시적 탐색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일시정지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창을 닫는 ESC가 일시정지까지 풀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창이 열려 있거나 방금 닫힌 프레임엔 일시정지가 ESC를 무시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타이틀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'새로 시작'을 누르면 화면은 어두워지는데 확인 창이 그 위에 남음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페이드 막을 맨 앞으로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글꼴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닫기 버튼의 ✕ 기호가 한글 글꼴에 없을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× 로 교체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설정 창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탭을 바꿔도 테두리 색이 안 바뀜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 입힌 패널은 테두리 색만 갱신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/ 25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R6  ·  2026-09-24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 실행 테스트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타이틀 · 설정 추가 후 Unity 에디터에서 직접 실행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씬 생성 → 타이틀 → 설정 3탭 → 메인 → 도감 · 초기화 확인 창 → 한 판 → 결과 → 타이틀 (16:10 게임 창)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1 · 중간 3 · 낮음 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8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확인한 화면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타이틀 · 설정 · 메인 · 도감 외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콘솔 오류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컴파일 · 실행 중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못 본 것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ESC 입력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/ 25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R6  ·  에디터 실행 테스트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(1/2)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8663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시작 구역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스킬트리 환불 뒤에도 시작 구역이 바다로 남아, 크기 1로 시작하자마자 잡아먹힘 (생존 0초)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불러올 때 즉사하는 구역이면 버틸 수 있는 가장 깊은 구역으로 옮기고, 구역 버튼에 '위험 — 몸이 작음' 표시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도감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목록 줄이 보기 영역보다 넓게 잡혀 왼쪽이 잘림 — 물고기 이름 · 아이콘이 안 보임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목록 폭을 보기 영역에 맞추고 줄 폭을 레이아웃이 정하게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메인 화면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4번째 구역(바다) 버튼이 '탈출 시작' 버튼 밑에 가려져 고를 수 없음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오른쪽 패널을 다시 배치하고 구역 버튼을 44px로 낮춤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 / 25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R6  ·  에디터 실행 테스트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(2/2)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메인 화면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16:10 화면에서 아래 범례가 오른쪽 패널 밑으로 파고듦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범례 판을 남은 폭에 맞춰 늘이고, 한 줄이 넘치면 줄여서 맞춤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UI 통일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구역 버튼(흰색) · 탈출 시작 · 초기화 · 도감 · 결과 · 일시정지 창이 옛 회색 스타일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수중 실험실 스타일로 통일 (초기화는 붉은 테두리)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타이틀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세이브 요약이 고른 버튼에 붙고, 버튼이 커질 때 오른쪽 아래로 밀려 보임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버튼 피벗을 가운데로, 요약을 한 칸 띄워 버튼 높이 가운데에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설정 창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고른 탭이 커지면서 옆 탭에 닿음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탭 피벗을 가운데로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7건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09905" y="57881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회차에서 발견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531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274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1건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6274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0963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706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706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· 낮음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395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138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7/7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1138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완료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 / 25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R7  ·  2026-09-25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장애물 통과 · 인게임 배경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'오브젝트 통과현상' 확인 요청 + 인게임 배경을 메인 화면 톤으로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장애물 · 물고기 충돌 코드 대조 (스프라이트 크기 vs 콜라이더, 레이어 충돌표, AI 이동)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1 · 중간 1 · 낮음 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크기 · AI 트리거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배경 요소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 톤 · 격자 · 빛줄기 · 물방울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대기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 확인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Unity가 닫혀 있음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 / 25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R7  ·  장애물 통과 · 인게임 배경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8663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장애물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· 삼각 장애물 그림이 콜라이더의 2배(64px/32ppu 스프라이트에 크기를 그대로 곱함) — 하수구 · 강 · 바다에서 물고기가 장애물 바깥 절반을 뚫고 지나가 보임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스프라이트 실제 크기로 나눠 그림 = 콜라이더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AI 물고기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AI는 트리거 콜라이더 + 충돌표에서 벽 제외 — 쫓거나 돌진할 때 회피 힘을 이겨 장애물을 관통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 물리 프레임 실제 모양(네모 · 원 · 삼각)으로 겹침을 풀고 장애물 쪽 속도 제거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플레이어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부스터처럼 빠를 때 한 프레임에 콜라이더를 건너뛸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벽 안전망과 같은 자리에서 장애물 밀어내기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3건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09905" y="57881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회차에서 발견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531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274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1건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6274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0963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706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706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· 낮음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395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138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3/3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1138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완료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 / 25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R8  ·  2026-09-25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3차 버그 점검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'또 다른 버그 있으면 확인하고 수정' 요청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전수 리뷰(서브 에이전트) + 에디터 실행 (어항 · 하수구, 개발자 모드로 구역 이동)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0 · 중간 3 · 낮음 4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콘솔 오류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컴파일 · 실행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확인한 구역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어항 · 하수구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전체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리뷰 범위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Scripts · Editor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 / 25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R8  ·  3차 버그 점검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인게임 배경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선형 색공간에서 물 메시 정점 색이 변환되지 않아 물이 뿌옇고 밝게 뜸 (의도한 어두운 청록이 안 나옴)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정점 색을 .linear로 변환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결과 화면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구역에 처음 닿으면 '시작 구역'이 다음 판 값으로 바뀐 뒤 기록돼 경로가 '하수구'처럼 한 구역만 표시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정산 전에 이번 판 시작 구역을 따로 잡아 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시작 구역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몸이 커서 더 깊은 구역으로 옮길 때 그 구역을 열지 않아 세이브 · 메뉴 선택 표시가 어긋남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EnsureStartZoneFits와 같이 구역을 열고 저장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통로 안에서 태어난 물고기가 아래 구역 소속이 되어 첫 프레임에 통로 길이만큼 아래로 순간이동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통로 안은 위 구역 소속으로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HUD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시간 임박 중 일시정지하면 심박음 · 붉은 테두리가 계속됨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일시정지 중엔 끔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개발자 모드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'칸 0개도달 1구역'처럼 글자가 붙어 나옴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간격 추가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미사일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미사일이 장애물 · 닫힌 통로 · 벽을 뚫고 날아가 건너편 물고기를 먹음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 프레임 이동 경로를 쓸어 벽에 닿으면 소멸 + 판정 원 안이라도 사이에 벽이 있으면 못 맞힘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 / 25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NEXT  OPEN RISKS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위험 · 플레이테스트 체크리스트  (1/2)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206240"/>
                <a:gridCol w="3566160"/>
                <a:gridCol w="109728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위험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다음 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출처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바다 구간이 약 2시간(2.45 → 4.5h)으로 가장 김. 진입 직후 바다 물고기 66%가 나를 먹을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플레이테스트 — 길거나 어려우면 초반 난이도·중간 목표 조정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난이도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큰 포식자가 제대로 쫓아오게 되어 체감 난이도 상승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플레이테스트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히든 아이템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몸이 어항 출구(12.6)·하수구 출구(27)보다 커지면 그 구역의 남은 아이템을 못 주움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 구역 아이템을 아래로 옮기거나 보상 대체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미사일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장애물·닫힌 통로를 통과해 아래 구역 물고기를 잡음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R8 — 막히게 결정 · 수정 (사용자 요청)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바다에서 몸이 크면 스폰 링이 구역 밖이라 물고기가 화면 안에서 튀어나옴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링을 구역 크기로 제한하거나 페이드 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볼트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강화 4번째 칸이 마비 상한(6초)에 걸려 일부만 효과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칸당 +50%로 낮출지 결정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스킬트리 UI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도형 범례 14개가 한 줄을 넘칠 수 있음 / 연출 때문에 매 프레임 UI 재빌드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R6 — 범례가 남은 폭을 넘으면 한 줄 전체를 줄여 맞추도록 수정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 / 25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NEXT  OPEN RISKS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위험 · 플레이테스트 체크리스트  (2/2)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206240"/>
                <a:gridCol w="3566160"/>
                <a:gridCol w="109728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위험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다음 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출처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사운드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배경음 파일이 아직 없어 배경음 슬라이더는 소리 변화가 없음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SoundBank의 menuMusic · gameplayMusic에 클립 넣기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설정 화면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해상도 · 화면 모드는 에디터에서 바뀌지 않아 빌드에서만 확인 가능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PC 빌드로 해상도 · 전체화면 전환 확인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63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ESC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자동 테스트의 ESC 입력이 게임에 전달되지 않아 일시정지 열기 · 설정 창 ESC 닫기를 확인하지 못함 (Enter · 방향키는 정상)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 ESC로 일시정지 → 설정 → ESC 닫기 → ESC 재개 확인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인게임 배경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이번 배경 · 통과 수정은 Unity가 닫혀 있어 실행 화면으로 확인하지 못함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R8 — 에디터에서 어항 · 하수구 확인 (선형 색 수정 후)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미사일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미사일이 장애물 · 닫힌 통로를 무시하고 날아가 건너편 물고기를 먹을 수 있음 (의도인지 미정)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R8 — 막히게 결정 · 수정 (사용자 요청)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 / 25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물고기 인크리멘탈 게임 QA 리포트</dc:title>
  <dc:subject>PptxGenJS Presentation</dc:subject>
  <dc:creator>PptxGenJS</dc:creator>
  <cp:lastModifiedBy>PptxGenJS</cp:lastModifiedBy>
  <cp:revision>1</cp:revision>
  <dcterms:created xsi:type="dcterms:W3CDTF">2026-09-25T10:07:56Z</dcterms:created>
  <dcterms:modified xsi:type="dcterms:W3CDTF">2026-09-25T10:07:56Z</dcterms:modified>
</cp:coreProperties>
</file>