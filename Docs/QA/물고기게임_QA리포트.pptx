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3</c:v>
                </c:pt>
                <c:pt idx="8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4</c:v>
                </c:pt>
                <c:pt idx="8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2026-09-29   ·   QA 9회   ·   이슈 66건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66건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66건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28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5255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9278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127504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218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45668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20528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4551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2654808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27462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29839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25801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29824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3182112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3273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35112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31074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35097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3709416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3800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4038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36347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40370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4236720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43281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4565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41620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45643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79185" y="4764024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53505" y="485546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2026-09-25   ·   높음 1 · 중간 1 · 낮음 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53505" y="5093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9936785" y="46893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9936785" y="50916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279185" y="5291328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553505" y="53827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2026-09-25   ·   높음 0 · 중간 3 · 낮음 4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553505" y="56205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936785" y="52166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936785" y="56189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79185" y="5818632"/>
            <a:ext cx="5303520" cy="3992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53505" y="59100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2026-09-29   ·   높음 1 · 중간 2 · 낮음 2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6553505" y="61478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9936785" y="57439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5/5</a:t>
            </a:r>
            <a:endParaRPr lang="en-US" sz="2400" dirty="0"/>
          </a:p>
        </p:txBody>
      </p:sp>
      <p:sp>
        <p:nvSpPr>
          <p:cNvPr id="50" name="Text 47"/>
          <p:cNvSpPr txBox="1"/>
          <p:nvPr/>
        </p:nvSpPr>
        <p:spPr>
          <a:xfrm>
            <a:off x="9936785" y="61462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28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28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28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28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28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28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28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28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28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28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28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28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28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28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28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28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28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'오브젝트 통과현상' 확인 요청 + 인게임 배경을 메인 화면 톤으로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장애물 · 물고기 충돌 코드 대조 (스프라이트 크기 vs 콜라이더, 레이어 충돌표, AI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크기 · AI 트리거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배경 요소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 톤 · 격자 · 빛줄기 · 물방울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확인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Unity가 닫혀 있음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28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장애물 통과 · 인게임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장애물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· 삼각 장애물 그림이 콜라이더의 2배(64px/32ppu 스프라이트에 크기를 그대로 곱함) — 하수구 · 강 · 바다에서 물고기가 장애물 바깥 절반을 뚫고 지나가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스프라이트 실제 크기로 나눠 그림 = 콜라이더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 물고기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AI는 트리거 콜라이더 + 충돌표에서 벽 제외 — 쫓거나 돌진할 때 회피 힘을 이겨 장애물을 관통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물리 프레임 실제 모양(네모 · 원 · 삼각)으로 겹침을 풀고 장애물 쪽 속도 제거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부스터처럼 빠를 때 한 프레임에 콜라이더를 건너뛸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안전망과 같은 자리에서 장애물 밀어내기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28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'또 다른 버그 있으면 확인하고 수정'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전수 리뷰(서브 에이전트) + 에디터 실행 (어항 · 하수구, 개발자 모드로 구역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구역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어항 · 하수구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범위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Scripts · Editor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28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3차 버그 점검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색공간에서 물 메시 정점 색이 변환되지 않아 물이 뿌옇고 밝게 뜸 (의도한 어두운 청록이 안 나옴)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정점 색을 .linear로 변환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결과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처음 닿으면 '시작 구역'이 다음 판 값으로 바뀐 뒤 기록돼 경로가 '하수구'처럼 한 구역만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정산 전에 이번 판 시작 구역을 따로 잡아 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커서 더 깊은 구역으로 옮길 때 그 구역을 열지 않아 세이브 · 메뉴 선택 표시가 어긋남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EnsureStartZoneFits와 같이 구역을 열고 저장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안에서 태어난 물고기가 아래 구역 소속이 되어 첫 프레임에 통로 길이만큼 아래로 순간이동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안은 위 구역 소속으로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임박 중 일시정지하면 심박음 · 붉은 테두리가 계속됨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일시정지 중엔 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개발자 모드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'칸 0개도달 1구역'처럼 글자가 붙어 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간격 추가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 · 벽을 뚫고 날아가 건너편 물고기를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이동 경로를 쓸어 벽에 닿으면 소멸 + 판정 원 안이라도 사이에 벽이 있으면 못 맞힘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28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2026-09-29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트리를 화면 전체로, UI 정리, 툴팁, 다음 칸만 보이기, 찍을 때 가격 상승 제거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시뮬레이터로 가격 방식 비교 (BFS 순번 vs 깊이 × 배율, 25회) + 정적 검사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2 · 낮음 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(25회)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+1.0h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후 (예전 +5.5h)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UI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재화 · 맵 · 설정 · 도감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28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스킬트리 메인 화면 개편 · 칸별 고정 가격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순번을 BFS 순서로 그대로 고정하면 깊은 칸이 처음부터 비싸 클리어 127시간으로 무너짐 (시뮬 25회)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깊이 × 5 번째 곡선 값으로 — 클리어 중앙 4.43h (목표 4.5h), 풀트리 클리어 후 +1.0h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숨은 칸으로 이어지는 선 · 모듈 판이 남으면 다음 칸 위치가 드러남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끝이 모두 보이는 선만, 한 칸이라도 드러난 판만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툴팁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줌 · 드래그 중 툴팁이 칸에서 떨어짐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칸 옆으로 다시 붙이고 화면 밖이면 반대편으로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· 히든 아이템 삭제로 히든 재화 보너스(+최대 40%)가 사라져 클리어가 5.04h로 늘어남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 깊이 배율 5 → 4.75로 재조정 — 클리어 중앙 4.49h, 풀트리 클리어 후 +1.2h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· 청소기 · 황금 미끼 해금이 15~30으로 너무 싸 첫 판 만에 찍힘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 칸만 가격 5배(75 · 125 · 150), 깊이 배율 4.75 → 4.6으로 전체 클리어 4.62h 유지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5/5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28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28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이번 배경 · 통과 수정은 Unity가 닫혀 있어 실행 화면으로 확인하지 못함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에디터에서 어항 · 하수구 확인 (선형 색 수정 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통로를 무시하고 날아가 건너편 물고기를 먹을 수 있음 (의도인지 미정)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개편한 메인 화면은 Unity가 닫혀 있어 실행 확인 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 생성 후 툴팁 위치 · 숨김 · 설정 메뉴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28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(3/3)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칸별 고정 가격으로 풀트리 달성이 클리어 후 +5.5h → +1.0h로 짧아짐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더 길게 원하면 깊은 칸 가격만 올리기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플레이테스트로 확인 필요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방법 미정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2026-09-29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갱신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28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2026-09-29T10:32:41Z</dcterms:created>
  <dcterms:modified xsi:type="dcterms:W3CDTF">2026-09-29T10:32:41Z</dcterms:modified>
</cp:coreProperties>
</file>