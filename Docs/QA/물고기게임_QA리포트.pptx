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1</c:v>
                </c:pt>
                <c:pt idx="9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2026-10-05   ·   QA 10회   ·   이슈 70건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70건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70건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30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499159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901495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074774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16621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40395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19737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3760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549347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640787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2878531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44830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285064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3023921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3115361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353105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2922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3252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498494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358993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382767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397453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3799789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3973068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40645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3022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3872027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27436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4447642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453908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477682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4346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47489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4922215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5013655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5251399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482117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522351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79185" y="5396789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53505" y="5488229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2026-09-29   ·   높음 1 · 중간 2 · 낮음 2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6553505" y="5725973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9936785" y="52957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936785" y="56980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279185" y="5871362"/>
            <a:ext cx="5303520" cy="346558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553505" y="596280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2026-10-05   ·   높음 2 · 중간 2 · 낮음 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553505" y="620054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 시간 표기 · 포식 가시성 · 노가다 완화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9936785" y="5770321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4/4</a:t>
            </a:r>
            <a:endParaRPr lang="en-US" sz="2400" dirty="0"/>
          </a:p>
        </p:txBody>
      </p:sp>
      <p:sp>
        <p:nvSpPr>
          <p:cNvPr id="55" name="Text 52"/>
          <p:cNvSpPr txBox="1"/>
          <p:nvPr/>
        </p:nvSpPr>
        <p:spPr>
          <a:xfrm>
            <a:off x="9936785" y="617265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30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30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30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30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30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30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30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30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30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30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30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30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30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30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30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30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30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30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2026-09-29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트리를 화면 전체로, UI 정리, 툴팁, 다음 칸만 보이기, 찍을 때 가격 상승 제거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시뮬레이터로 가격 방식 비교 (BFS 순번 vs 깊이 × 배율, 25회) + 정적 검사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2 · 낮음 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(25회)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+1.0h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후 (예전 +5.5h)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UI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재화 · 맵 · 설정 · 도감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30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스킬트리 메인 화면 개편 · 칸별 고정 가격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순번을 BFS 순서로 그대로 고정하면 깊은 칸이 처음부터 비싸 클리어 127시간으로 무너짐 (시뮬 25회)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깊이 × 5 번째 곡선 값으로 — 클리어 중앙 4.43h (목표 4.5h), 풀트리 클리어 후 +1.0h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숨은 칸으로 이어지는 선 · 모듈 판이 남으면 다음 칸 위치가 드러남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끝이 모두 보이는 선만, 한 칸이라도 드러난 판만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툴팁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줌 · 드래그 중 툴팁이 칸에서 떨어짐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칸 옆으로 다시 붙이고 화면 밖이면 반대편으로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· 히든 아이템 삭제로 히든 재화 보너스(+최대 40%)가 사라져 클리어가 5.04h로 늘어남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 깊이 배율 5 → 4.75로 재조정 — 클리어 중앙 4.49h, 풀트리 클리어 후 +1.2h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· 청소기 · 황금 미끼 해금이 15~30으로 너무 싸 첫 판 만에 찍힘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 칸만 가격 5배(75 · 125 · 150), 깊이 배율 4.75 → 4.6으로 전체 클리어 4.62h 유지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30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·  2026-10-05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 시간 표기 · 포식 가시성 · 노가다 완화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QA — 결과 화면 생존 시간이 실제와 다름, 먹을 수 있는 물고기 구분 필요, 스킬 재화 노가다가 심함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추적 + 밸런스 시뮬레이터 리튠 (6회 · 12회 반복, 실제 플레이어처럼 '살 수 있으면 바로 사는' 구매 모델로 교체)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2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2.3h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(예전 6.1h)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68%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구매한 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예전 14%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89초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판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예전 30초 · 총 88판 (예전 553판)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30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·  플레이 시간 표기 · 포식 가시성 · 노가다 완화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 시간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제한시간 소모가 처음부터 가속돼 안 먹고 버티면 30초 제한인데 약 20초로 찍힘 — 표시된 제한시간과 실제 시간이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제한시간(30초)까지는 1배로 정직하게 흐르고 그 뒤부터 가속. 결과는 일시정지를 뺀 실제 벽시계 시간으로 기록, 라벨 '플레이 시간'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가시성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물고기를 먹을 수 있고 어떤 물고기가 위험한지 크기만으로는 구분이 어려움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 뒤에 옅은 빛 — 초록 = 먹을 수 있음, 빨강(맥박) = 나를 먹을 수 있음. 실제 포식 판정과 같은 기준이라 판 중에 커지면 바로 색이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구매가 일어나는 판이 14%뿐, 최장 30판 연속 빈손, 첫 구역(어항)에서만 4시간 — 노가다 체감의 원인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재화 2배, 판 안 성장 0.15→0.5, 소모 가속 2.2→1.0, 어항·하수구 재화 상향, 가격 깊이 배율 4.6→6.0 — 구매한 판 68%, 최장 빈손 6~7판, 어항 11분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에셋의 재화 배율이 생성기 값과 달라(어항 0.29 / 하수구 0.13 등) 실제 게임이 시뮬보다 훨씬 느렸음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에셋과 ContentGenerator를 새 값(1.2 · 1.0 · 0.198 · 0.209)으로 통일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30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30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 / 30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(3/3)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개편한 메인 화면은 Unity가 닫혀 있어 실행 확인 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 생성 후 툴팁 위치 · 숨김 · 설정 메뉴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칸별 고정 가격으로 풀트리 달성이 클리어 후 +5.5h → +1.0h로 짧아짐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길게 원하면 깊은 칸 가격만 올리기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안 성장 0.5 · 재화 2배로 초반이 빨라져, 후반(강·바다) 체감이 상대적으로 길어질 수 있음. 빛 표시가 물고기가 많을 때 화면을 어지럽힐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클리어 2~3시간, 판마다 구매가 일어나는지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2026-10-05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/ 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2026-10-05T07:05:14Z</dcterms:created>
  <dcterms:modified xsi:type="dcterms:W3CDTF">2026-10-05T07:05:14Z</dcterms:modified>
</cp:coreProperties>
</file>